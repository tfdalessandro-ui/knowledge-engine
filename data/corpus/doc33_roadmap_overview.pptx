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engine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Eight phases, P0 through P7. P0 and P5 are hard gates: P0 builds the evaluation harness before anything it will measure exists, and P5 requires permission-aware retrieval before any enterprise source is indexed.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